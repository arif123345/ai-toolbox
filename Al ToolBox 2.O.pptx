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3C257-197E-264E-BAF1-2F77F293D7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D69986-E030-AC21-9783-154864E92A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26993-2545-8DE5-1596-A69E42BC6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9FD4-A044-4D07-BA79-641CB076767F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A71E3-1AD5-076F-9DE4-DA4468B76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FB6E7-85CF-B171-2B76-F0FC3B0FA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0ACB9-D084-47AC-BBB4-29D6ABB09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042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20607-F84B-ED59-5E89-59F71B196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B5B61-CB32-033D-071D-9B883F20E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1D5A6-B555-852A-122B-A62A10320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9FD4-A044-4D07-BA79-641CB076767F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231E1-8A98-3CCB-C135-5409BE64D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D5641-1241-55F2-D1A0-A96B8A0AC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0ACB9-D084-47AC-BBB4-29D6ABB09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653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E43C2-EB71-E6C2-1D9F-0432BA938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EB7C36-87C8-4B8C-F269-549C8D5BC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19A2A-5C6B-5FF3-CBB1-5321DAAA4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9FD4-A044-4D07-BA79-641CB076767F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B315C-543A-97CF-B80E-746173867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EAC64-1931-9601-CCF6-ADF544198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0ACB9-D084-47AC-BBB4-29D6ABB09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442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DA7E3-1F5D-786B-4AFF-AEB7EEFBD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A2CE-DFFD-81FF-F956-0687C64011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C6EC86-85CC-DA36-0483-32D36DA4E0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414CEB-3F2F-3368-DD4A-4BE3D9B89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9FD4-A044-4D07-BA79-641CB076767F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D88375-E985-0B0B-5193-918C8B9C8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289E19-3706-7D53-1C49-04FEA4846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0ACB9-D084-47AC-BBB4-29D6ABB09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47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A16F0-E7BA-5A10-4AE7-40574A7BE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F2EAB-9081-422E-9808-9C4A6606B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6B2CB2-5E49-181F-2460-90A3FEBB93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026BCA-2419-7D82-004E-19EB67A5D4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4E3F0C-CEC3-4F2E-6E5F-77446D0847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AB7F2E-2FB9-7DA6-61CA-7748DC533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9FD4-A044-4D07-BA79-641CB076767F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18CEFC-8EB0-5C90-483B-B95B4D7BE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61C13A-D916-D172-F6FB-053B05B1D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0ACB9-D084-47AC-BBB4-29D6ABB09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3112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394AB-B24E-0F10-661B-B608CFE57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B9FD92-FDDF-B511-2F1D-BE0A02822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9FD4-A044-4D07-BA79-641CB076767F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4A8E65-AADF-962F-740F-DA8DAFBBC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E03D39-43FB-BB5F-2BB5-A4F51C6FB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0ACB9-D084-47AC-BBB4-29D6ABB09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973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8CE201-37E8-6D24-8358-22D0EE9E9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9FD4-A044-4D07-BA79-641CB076767F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FE58F8-FA10-4662-36FC-A290186D1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84C2EF-8890-6EB9-B4F3-4088DF2B5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0ACB9-D084-47AC-BBB4-29D6ABB09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360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C2E07-96D4-96E5-2D6D-967AF81AB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ED115-2854-723E-98A1-245607191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632F7-5A1F-F535-A09C-40A4D1AC45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C2BBDA-3E45-48EF-EE07-FA6595744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9FD4-A044-4D07-BA79-641CB076767F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D9B93-D27E-ED19-BC51-3F914D3D5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B1AD6-851D-CDA4-E8F6-3BFE5FE12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0ACB9-D084-47AC-BBB4-29D6ABB09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6848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FA8A1-4C91-0EB4-431A-FB4FD6D09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521CB3-2E9C-8714-3EF4-F64EE4C4C1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09E796-C899-D507-5EE7-D4D474FD15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E9DA68-2BD6-B0A7-A6D8-07C2CAC37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9FD4-A044-4D07-BA79-641CB076767F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643DC7-2B4C-6E1C-D5B9-6AB3F7135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23C2E5-EAE8-C8CE-B250-3C56C1C16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0ACB9-D084-47AC-BBB4-29D6ABB09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456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8860D-CEBA-9362-A1D4-579BECC9B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DE4B6E-AFD9-6A13-3FE4-AC05571AF9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5449D-9CBD-35BA-3CAB-B346B4BE0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9FD4-A044-4D07-BA79-641CB076767F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87370-0822-AD36-23DA-08153E777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44DC8-1C78-02E5-0F7A-C5271E294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0ACB9-D084-47AC-BBB4-29D6ABB09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4988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4A74F9-CC85-0CA1-31C5-6252B46624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755545-DBE6-ABFA-D94C-7C1782057E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C2C54-7765-0063-89D2-92331E80B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9FD4-A044-4D07-BA79-641CB076767F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1B0F8-4FE9-07A6-776C-8875E1E03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DB192-7A20-A416-4D47-DEA2AABB7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0ACB9-D084-47AC-BBB4-29D6ABB09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6968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02A8E2-F75B-2006-CDE6-65C334896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4AA017-F15B-3EAE-0ECA-4BD43C321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27A47-9306-F08D-C084-3224EEA1AD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FD9FD4-A044-4D07-BA79-641CB076767F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0B6F0-AD5C-81A4-1C5E-0485C77E90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5BE65-11A3-99F3-6ACF-7938E489D0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00ACB9-D084-47AC-BBB4-29D6ABB09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637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CDE41-0765-694C-D993-7DFB19902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600" b="1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Al </a:t>
            </a:r>
            <a:r>
              <a:rPr lang="en-IN" sz="6600" b="1" u="sng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ToolBox</a:t>
            </a:r>
            <a:endParaRPr lang="en-IN" sz="6600" b="1" u="sng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8DDD6B-BC7F-1ADB-FF9D-615116C97C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3830" y="1516166"/>
            <a:ext cx="8214609" cy="382566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D94E5A-5B10-DE40-A27B-3AE96A4A8FF2}"/>
              </a:ext>
            </a:extLst>
          </p:cNvPr>
          <p:cNvSpPr txBox="1"/>
          <p:nvPr/>
        </p:nvSpPr>
        <p:spPr>
          <a:xfrm>
            <a:off x="838200" y="5415656"/>
            <a:ext cx="99297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/>
              <a:t>Welcome to Al </a:t>
            </a:r>
            <a:r>
              <a:rPr lang="en-US" sz="2800" b="1" u="sng" dirty="0" err="1"/>
              <a:t>ToolBox</a:t>
            </a:r>
            <a:endParaRPr lang="en-US" sz="2800" b="1" u="sng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Your comprehensive platform for free Al-powered tools. Create, edit, and enhance content with cutting-edge.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9424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FC493-72DE-9FF6-2D7D-716B335E8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600" b="1" u="sng" dirty="0"/>
              <a:t>What is Al </a:t>
            </a:r>
            <a:r>
              <a:rPr lang="en-IN" sz="6600" b="1" u="sng" dirty="0" err="1"/>
              <a:t>ToolBox</a:t>
            </a:r>
            <a:r>
              <a:rPr lang="en-IN" sz="6600" b="1" u="sng" dirty="0"/>
              <a:t> 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168C13-BB09-F6CB-BE7E-2271A1680F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273" y="1690687"/>
            <a:ext cx="7977453" cy="313614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D4E9B3-E8D3-8C17-E290-4A5CA804885E}"/>
              </a:ext>
            </a:extLst>
          </p:cNvPr>
          <p:cNvSpPr txBox="1"/>
          <p:nvPr/>
        </p:nvSpPr>
        <p:spPr>
          <a:xfrm>
            <a:off x="179882" y="5126636"/>
            <a:ext cx="1170731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A</a:t>
            </a:r>
            <a:r>
              <a:rPr lang="en-US" dirty="0"/>
              <a:t> responsive website that serves as a central hub for discovering and using multiple Al-powered tools for writing, images, notes, speech, games, and chatbots-all free, no registration required.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5331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CB25E-D42B-E705-EEB9-CE7469815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600" b="1" i="1" u="sng" dirty="0"/>
              <a:t>Objectives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F6AEBE-C5C4-8839-D71C-D8F8ED1627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3832" y="2233534"/>
            <a:ext cx="4838168" cy="456122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D55386-AADB-1ADD-619B-BA169518095A}"/>
              </a:ext>
            </a:extLst>
          </p:cNvPr>
          <p:cNvSpPr txBox="1"/>
          <p:nvPr/>
        </p:nvSpPr>
        <p:spPr>
          <a:xfrm>
            <a:off x="576497" y="2233534"/>
            <a:ext cx="6974903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Create a comprehensive database of Al tools organized by category.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Help students understand each tool's purpose and usage.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2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2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2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Promote ethical and productive use of Al.</a:t>
            </a:r>
          </a:p>
        </p:txBody>
      </p:sp>
    </p:spTree>
    <p:extLst>
      <p:ext uri="{BB962C8B-B14F-4D97-AF65-F5344CB8AC3E}">
        <p14:creationId xmlns:p14="http://schemas.microsoft.com/office/powerpoint/2010/main" val="3943946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FE045-0CBE-DBCB-87EC-B766AD6A0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600" b="1" u="sng" dirty="0"/>
              <a:t>Available Tools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A966389-8813-22BF-9ABD-4F6CD4CEB5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84" y="1930531"/>
            <a:ext cx="9719871" cy="40805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601916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E6DEB-9078-1B72-A8E5-83CE75140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443C96-DFB8-871B-0E13-976A47F992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895" y="172387"/>
            <a:ext cx="11872210" cy="6320488"/>
          </a:xfrm>
        </p:spPr>
      </p:pic>
    </p:spTree>
    <p:extLst>
      <p:ext uri="{BB962C8B-B14F-4D97-AF65-F5344CB8AC3E}">
        <p14:creationId xmlns:p14="http://schemas.microsoft.com/office/powerpoint/2010/main" val="2967788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95</Words>
  <Application>Microsoft Office PowerPoint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Wingdings</vt:lpstr>
      <vt:lpstr>Office Theme</vt:lpstr>
      <vt:lpstr>Al ToolBox</vt:lpstr>
      <vt:lpstr>What is Al ToolBox ?</vt:lpstr>
      <vt:lpstr>Objectives</vt:lpstr>
      <vt:lpstr>Available Tools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yellesh medchal</dc:creator>
  <cp:lastModifiedBy>yellesh medchal</cp:lastModifiedBy>
  <cp:revision>2</cp:revision>
  <dcterms:created xsi:type="dcterms:W3CDTF">2025-12-11T12:31:41Z</dcterms:created>
  <dcterms:modified xsi:type="dcterms:W3CDTF">2025-12-11T13:24:31Z</dcterms:modified>
</cp:coreProperties>
</file>